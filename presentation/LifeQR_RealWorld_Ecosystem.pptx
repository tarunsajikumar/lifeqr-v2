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E1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LIFEQR CONNECTED HARDWARE ECOSYSTEM</a:t>
            </a:r>
          </a:p>
          <a:p>
            <a:pPr>
              <a:spcBef>
                <a:spcPts val="1200"/>
              </a:spcBef>
              <a:defRPr sz="1800">
                <a:solidFill>
                  <a:srgbClr val="E11D2E"/>
                </a:solidFill>
              </a:defRPr>
            </a:pPr>
            <a:r>
              <a:t>Real-World Emergency Triage, Hybrid NFC/QR Wearables &amp; Dedicated Ambulance IoT Network</a:t>
            </a:r>
          </a:p>
          <a:p>
            <a:pPr>
              <a:spcBef>
                <a:spcPts val="2000"/>
              </a:spcBef>
              <a:defRPr sz="1400">
                <a:solidFill>
                  <a:srgbClr val="D1D5DB"/>
                </a:solidFill>
              </a:defRPr>
            </a:pPr>
            <a:r>
              <a:t>Solving the 'Golden Hour' medical data blackout through instant street-side hardware lookup,</a:t>
            </a:r>
            <a:br/>
            <a:r>
              <a:t>child &amp; rider accident protection, and automated ER trauma bay pre-notification.</a:t>
            </a:r>
          </a:p>
          <a:p>
            <a:pPr>
              <a:spcBef>
                <a:spcPts val="5000"/>
              </a:spcBef>
              <a:defRPr sz="1100" b="1">
                <a:solidFill>
                  <a:srgbClr val="9CA3AF"/>
                </a:solidFill>
              </a:defRPr>
            </a:pPr>
            <a:r>
              <a:t>PROJECT ROADMAP &amp; HARDWARE SPECIFICATION  •  CONFIDENTIAL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THE REAL-WORLD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Street-Side Medical Data Blackout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Why thousands of accident victims and students suffer preventable trauma deaths each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14600" cy="402336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CRITICAL GAP 01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</a:defRPr>
            </a:pPr>
            <a:r>
              <a:t>70% Unconscious Victims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Accident victims, seizing students, or stroke patients are physically unable to speak, unlock their phones, or communicate identity.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514600" cy="4023360"/>
          </a:xfrm>
          <a:prstGeom prst="rect">
            <a:avLst/>
          </a:prstGeom>
          <a:solidFill>
            <a:srgbClr val="1A1D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CRITICAL GAP 02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</a:defRPr>
            </a:pPr>
            <a:r>
              <a:t>15-25 Min Golden Hour Lost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Paramedics arrive blind without blood group, allergy warnings (penicillin), or chronic diseases (diabetes, hemophilia).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11680"/>
            <a:ext cx="2514600" cy="402336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CRITICAL GAP 03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</a:defRPr>
            </a:pPr>
            <a:r>
              <a:t>Paramedic Phone Reliance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Responders currently rely on personal smartphones with slow autofocus, low battery, bad rain lighting, or broken glass.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2011680"/>
            <a:ext cx="2514600" cy="4023360"/>
          </a:xfrm>
          <a:prstGeom prst="rect">
            <a:avLst/>
          </a:prstGeom>
          <a:solidFill>
            <a:srgbClr val="1A1D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CRITICAL GAP 04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</a:defRPr>
            </a:pPr>
            <a:r>
              <a:t>Disconnected ER Desks</a:t>
            </a:r>
          </a:p>
          <a:p>
            <a:pPr>
              <a:spcBef>
                <a:spcPts val="1400"/>
              </a:spcBef>
              <a:defRPr sz="1200">
                <a:solidFill>
                  <a:srgbClr val="D1D5DB"/>
                </a:solidFill>
              </a:defRPr>
            </a:pPr>
            <a:r>
              <a:t>Hospital trauma bays only know about critical emergencies when ambulance sirens physically pull into the hospital driveway.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3 Pillars of Connected LifeQR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A unified, hardware-backed emergency response loop from citizen to trauma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29000" cy="4114800"/>
          </a:xfrm>
          <a:prstGeom prst="rect">
            <a:avLst/>
          </a:prstGeom>
          <a:solidFill>
            <a:srgbClr val="1A1D2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1. CITIZEN &amp; PATIENT</a:t>
            </a:r>
          </a:p>
          <a:p>
            <a:pPr>
              <a:spcBef>
                <a:spcPts val="800"/>
              </a:spcBef>
              <a:defRPr sz="1900" b="1">
                <a:solidFill>
                  <a:srgbClr val="FFFFFF"/>
                </a:solidFill>
              </a:defRPr>
            </a:pPr>
            <a:r>
              <a:t>Hybrid NFC/QR Wearables</a:t>
            </a:r>
          </a:p>
          <a:p>
            <a:pPr>
              <a:spcBef>
                <a:spcPts val="1400"/>
              </a:spcBef>
              <a:defRPr sz="1300">
                <a:solidFill>
                  <a:srgbClr val="D1D5DB"/>
                </a:solidFill>
              </a:defRPr>
            </a:pPr>
            <a:r>
              <a:t>Zero-battery smart medical cards, rider helmet crash decals, and student backpack safety tags. Passive, waterproof, permanent.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011680"/>
            <a:ext cx="3429000" cy="4114800"/>
          </a:xfrm>
          <a:prstGeom prst="rect">
            <a:avLst/>
          </a:prstGeom>
          <a:solidFill>
            <a:srgbClr val="1A1D24"/>
          </a:solidFill>
          <a:ln w="2540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E11D2E"/>
                </a:solidFill>
              </a:defRPr>
            </a:pPr>
            <a:r>
              <a:t>2. PARAMEDIC &amp; AMBULANCE</a:t>
            </a:r>
          </a:p>
          <a:p>
            <a:pPr>
              <a:spcBef>
                <a:spcPts val="800"/>
              </a:spcBef>
              <a:defRPr sz="1900" b="1">
                <a:solidFill>
                  <a:srgbClr val="FFFFFF"/>
                </a:solidFill>
              </a:defRPr>
            </a:pPr>
            <a:r>
              <a:t>Tactical Triage Terminal</a:t>
            </a:r>
          </a:p>
          <a:p>
            <a:pPr>
              <a:spcBef>
                <a:spcPts val="1400"/>
              </a:spcBef>
              <a:defRPr sz="1300">
                <a:solidFill>
                  <a:srgbClr val="D1D5DB"/>
                </a:solidFill>
              </a:defRPr>
            </a:pPr>
            <a:r>
              <a:t>Ruggedized field hardware with instant dual NFC tap &amp; 2D laser barcode scanner, GPS proximity detector, and 1-touch ER broadcaster.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2011680"/>
            <a:ext cx="3429000" cy="4114800"/>
          </a:xfrm>
          <a:prstGeom prst="rect">
            <a:avLst/>
          </a:prstGeom>
          <a:solidFill>
            <a:srgbClr val="1A1D2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20040" rIns="27432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3. DOCTOR &amp; CLINICAL ER</a:t>
            </a:r>
          </a:p>
          <a:p>
            <a:pPr>
              <a:spcBef>
                <a:spcPts val="800"/>
              </a:spcBef>
              <a:defRPr sz="1900" b="1">
                <a:solidFill>
                  <a:srgbClr val="FFFFFF"/>
                </a:solidFill>
              </a:defRPr>
            </a:pPr>
            <a:r>
              <a:t>Desktop Hub &amp; Live Stream</a:t>
            </a:r>
          </a:p>
          <a:p>
            <a:pPr>
              <a:spcBef>
                <a:spcPts val="1400"/>
              </a:spcBef>
              <a:defRPr sz="1300">
                <a:solidFill>
                  <a:srgbClr val="D1D5DB"/>
                </a:solidFill>
              </a:defRPr>
            </a:pPr>
            <a:r>
              <a:t>Doctor USB/Bluetooth NFC scanner cradle + Hospital ER Triage Command Center reserving trauma bays before ambulance arrival.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COMPONENT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Citizen Wearables: Hybrid NFC &amp; QR Physical IDs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Zero-battery, tamper-resistant medical credentials for daily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solidFill>
            <a:srgbClr val="1A1D24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/>
          <a:lstStyle/>
          <a:p>
            <a:pPr algn="ctr">
              <a:defRPr sz="1300" b="1">
                <a:solidFill>
                  <a:srgbClr val="E11D2E"/>
                </a:solidFill>
              </a:defRPr>
            </a:pPr>
            <a:r>
              <a:t>✔  NFC Chip Embedded in PVC Card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Passive 13.56 MHz NTAG213/424 chip read by any smartphone or responder hardware in under 0.2 seconds.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✔  High-Contrast Laser QR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Printed on the card surface for instant optical scanning when NFC is obstructed.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✔  Biker &amp; Helmet Crash Decals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Retroreflective, weatherproof decals placed on rider helmets for immediate bystander or EMS access.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✔  Student &amp; Pediatric Bag Tags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Clip-on tags for school bags protecting children with epilepsy, asthma, diabetes, or severe nut allergies.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✔  Zero-Power &amp; Lifetime Durability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No charging required; waterproof, heat-resistant, and functional for 10+ years.</a:t>
            </a:r>
          </a:p>
        </p:txBody>
      </p:sp>
      <p:pic>
        <p:nvPicPr>
          <p:cNvPr id="6" name="Picture 5" descr="nfc_card_wearab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COMPONENT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Ambulance Tactical Triage Terminal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Dedicated field-grade hardware unit for paramedics &amp; emergency crews</a:t>
            </a:r>
          </a:p>
        </p:txBody>
      </p:sp>
      <p:pic>
        <p:nvPicPr>
          <p:cNvPr id="5" name="Picture 4" descr="ambulance_triage_de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26480" y="1828800"/>
            <a:ext cx="5303520" cy="438912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/>
          <a:lstStyle/>
          <a:p>
            <a:pPr algn="ctr">
              <a:defRPr sz="1300" b="1">
                <a:solidFill>
                  <a:srgbClr val="E11D2E"/>
                </a:solidFill>
              </a:defRPr>
            </a:pPr>
            <a:r>
              <a:t>★  Dual Sensor Engine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Top NFC halo antenna + 2D CMOS barcode scanner reads cards, tags, and helmet stickers through grime or rain in &lt; 0.2s.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Immediate Triage HUD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Instantly projects Blood Group, Lethal Allergies, Current Medications, and Emergency Contacts on high-contrast screen.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Automated Hospital Detection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Integrated GPS module detects nearest Level-1/2 Trauma Centers and calculates traffic-aware arrival countdown.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1-Touch ER Dispatch Stream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Transmits live vitals (HR, SpO2, BP) and triage priority (CRITICAL/URGENT) directly to receiving hospital ER desk.</a:t>
            </a:r>
          </a:p>
          <a:p>
            <a:pPr>
              <a:spcBef>
                <a:spcPts val="1000"/>
              </a:spcBef>
              <a:defRPr sz="1300" b="1">
                <a:solidFill>
                  <a:srgbClr val="E11D2E"/>
                </a:solidFill>
              </a:defRPr>
            </a:pPr>
            <a:r>
              <a:t>★  Rugged Industrial Design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IP67 dust/waterproof, drop-resistant rubber bumper casing for harsh accident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COMPONENT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Doctor Desktop Cradle &amp; ER Command Center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Zero-friction clinic intake and in-transit ambulance telemetry reception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solidFill>
            <a:srgbClr val="1A1D24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✔  Plug-and-Play USB/BLE Cradle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Medical-grade desktop reader sits beside doctor monitor. Doctor simply taps patient card or scans badge.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Zero-Typing Patient Intake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Auto-populates patient profile, past medical surgeries, and active prescriptions without manual data entry errors.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Live In-Transit ER Radar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Receiving ER staff monitors approaching ambulances, live ETA countdown, and paramedic vitals stream.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Trauma Bay Pre-Allocation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Allows ER charge nurses to reserve Trauma Bay 1/2/3 and stage matched blood units before patient arrival.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AI Clinical Decision Support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Assists physician with AI drug interaction alerts, differential diagnosis, and instant SOAP notes.</a:t>
            </a:r>
          </a:p>
        </p:txBody>
      </p:sp>
      <p:pic>
        <p:nvPicPr>
          <p:cNvPr id="6" name="Picture 5" descr="doctor_desktop_sc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REAL-WORLD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Emergency Incident Timeline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How a motorcycle highway crash is handled from impact to resuscitation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645920" cy="3931920"/>
          </a:xfrm>
          <a:prstGeom prst="rect">
            <a:avLst/>
          </a:prstGeom>
          <a:solidFill>
            <a:srgbClr val="1A1D24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 rIns="137160"/>
          <a:lstStyle/>
          <a:p>
            <a:pPr algn="ctr">
              <a:defRPr sz="1600" b="1">
                <a:solidFill>
                  <a:srgbClr val="E11D2E"/>
                </a:solidFill>
              </a:defRPr>
            </a:pPr>
            <a:r>
              <a:t>00:00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Crash Occurs</a:t>
            </a:r>
          </a:p>
          <a:p>
            <a:pPr>
              <a:spcBef>
                <a:spcPts val="1000"/>
              </a:spcBef>
              <a:defRPr sz="1000">
                <a:solidFill>
                  <a:srgbClr val="D1D5DB"/>
                </a:solidFill>
              </a:defRPr>
            </a:pPr>
            <a:r>
              <a:t>Motorcyclist unconscious on highway. Bystander calls emergency hotline.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2103120"/>
            <a:ext cx="1645920" cy="3931920"/>
          </a:xfrm>
          <a:prstGeom prst="rect">
            <a:avLst/>
          </a:prstGeom>
          <a:solidFill>
            <a:srgbClr val="1A1D24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 rIns="137160"/>
          <a:lstStyle/>
          <a:p>
            <a:pPr algn="ctr">
              <a:defRPr sz="1600" b="1">
                <a:solidFill>
                  <a:srgbClr val="E11D2E"/>
                </a:solidFill>
              </a:defRPr>
            </a:pPr>
            <a:r>
              <a:t>00:04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EMS Arrival</a:t>
            </a:r>
          </a:p>
          <a:p>
            <a:pPr>
              <a:spcBef>
                <a:spcPts val="1000"/>
              </a:spcBef>
              <a:defRPr sz="1000">
                <a:solidFill>
                  <a:srgbClr val="D1D5DB"/>
                </a:solidFill>
              </a:defRPr>
            </a:pPr>
            <a:r>
              <a:t>Paramedic arrives with LifeQR tactical terminal in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103120"/>
            <a:ext cx="1645920" cy="393192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 rIns="137160"/>
          <a:lstStyle/>
          <a:p>
            <a:pPr algn="ctr">
              <a:defRPr sz="1600" b="1">
                <a:solidFill>
                  <a:srgbClr val="E11D2E"/>
                </a:solidFill>
              </a:defRPr>
            </a:pPr>
            <a:r>
              <a:t>00:05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1-Tap Scan</a:t>
            </a:r>
          </a:p>
          <a:p>
            <a:pPr>
              <a:spcBef>
                <a:spcPts val="1000"/>
              </a:spcBef>
              <a:defRPr sz="1000">
                <a:solidFill>
                  <a:srgbClr val="D1D5DB"/>
                </a:solidFill>
              </a:defRPr>
            </a:pPr>
            <a:r>
              <a:t>Paramedic taps helmet QR decal / wallet NFC card. Patient ID resolved in 0.2s.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2103120"/>
            <a:ext cx="1645920" cy="3931920"/>
          </a:xfrm>
          <a:prstGeom prst="rect">
            <a:avLst/>
          </a:prstGeom>
          <a:solidFill>
            <a:srgbClr val="1A1D24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 rIns="137160"/>
          <a:lstStyle/>
          <a:p>
            <a:pPr algn="ctr">
              <a:defRPr sz="1600" b="1">
                <a:solidFill>
                  <a:srgbClr val="E11D2E"/>
                </a:solidFill>
              </a:defRPr>
            </a:pPr>
            <a:r>
              <a:t>00:06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Triage Displayed</a:t>
            </a:r>
          </a:p>
          <a:p>
            <a:pPr>
              <a:spcBef>
                <a:spcPts val="1000"/>
              </a:spcBef>
              <a:defRPr sz="1000">
                <a:solidFill>
                  <a:srgbClr val="D1D5DB"/>
                </a:solidFill>
              </a:defRPr>
            </a:pPr>
            <a:r>
              <a:t>Terminal shows: Blood O+, Penicillin Anaphylaxis, Severe Asthma. Family ICE notified.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103120"/>
            <a:ext cx="1645920" cy="393192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 rIns="137160"/>
          <a:lstStyle/>
          <a:p>
            <a:pPr algn="ctr">
              <a:defRPr sz="1600" b="1">
                <a:solidFill>
                  <a:srgbClr val="E11D2E"/>
                </a:solidFill>
              </a:defRPr>
            </a:pPr>
            <a:r>
              <a:t>00:08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Auto-ER Alert</a:t>
            </a:r>
          </a:p>
          <a:p>
            <a:pPr>
              <a:spcBef>
                <a:spcPts val="1000"/>
              </a:spcBef>
              <a:defRPr sz="1000">
                <a:solidFill>
                  <a:srgbClr val="D1D5DB"/>
                </a:solidFill>
              </a:defRPr>
            </a:pPr>
            <a:r>
              <a:t>Device detects Nearest Hospital (City Trauma Care). Broadcasts vitals &amp; 7m ETA.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2103120"/>
            <a:ext cx="1645920" cy="393192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 rIns="137160"/>
          <a:lstStyle/>
          <a:p>
            <a:pPr algn="ctr">
              <a:defRPr sz="1600" b="1">
                <a:solidFill>
                  <a:srgbClr val="E11D2E"/>
                </a:solidFill>
              </a:defRPr>
            </a:pPr>
            <a:r>
              <a:t>00:15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Handover Complete</a:t>
            </a:r>
          </a:p>
          <a:p>
            <a:pPr>
              <a:spcBef>
                <a:spcPts val="1000"/>
              </a:spcBef>
              <a:defRPr sz="1000">
                <a:solidFill>
                  <a:srgbClr val="D1D5DB"/>
                </a:solidFill>
              </a:defRPr>
            </a:pPr>
            <a:r>
              <a:t>Patient arrives; Trauma Bay 1 pre-allocated, O-negative blood thawed. Life saved.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TARGET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High-Impact Real-Life Use Cases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Deploying LifeQR cards and decals across vulnerable population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192024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Two-Wheeler &amp; Highway Bikers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High crash risk. Helmet QR decal and wallet card provide instant triage when rider is unconscious with protective gear on.</a:t>
            </a:r>
          </a:p>
          <a:p>
            <a:pPr>
              <a:spcBef>
                <a:spcPts val="600"/>
              </a:spcBef>
              <a:defRPr sz="1000" b="1">
                <a:solidFill>
                  <a:srgbClr val="E11D2E"/>
                </a:solidFill>
              </a:defRPr>
            </a:pPr>
            <a:r>
              <a:t>Form Factor: Rider Helmet Decal &amp; Wallet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1920240"/>
          </a:xfrm>
          <a:prstGeom prst="rect">
            <a:avLst/>
          </a:prstGeom>
          <a:solidFill>
            <a:srgbClr val="1A1D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School &amp; College Students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Protects children with chronic conditions (epilepsy, asthma, severe allergies). If student collapses, teachers scan backpack tag immediately.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Form Factor: Backpack NFC Badge &amp; ID Clip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5120640" cy="1920240"/>
          </a:xfrm>
          <a:prstGeom prst="rect">
            <a:avLst/>
          </a:prstGeom>
          <a:solidFill>
            <a:srgbClr val="1A1D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Senior Citizens &amp; Dementia Care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Elderly individuals prone to falls, memory loss, or wandering. Bracelet or card alerts bystanders and contacts adult children instantly.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Form Factor: Waterproof Medical Wristband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206240"/>
            <a:ext cx="5120640" cy="192024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Diabetic &amp; Hemophilic Patients</a:t>
            </a:r>
          </a:p>
          <a:p>
            <a:pPr>
              <a:spcBef>
                <a:spcPts val="400"/>
              </a:spcBef>
              <a:defRPr sz="1100">
                <a:solidFill>
                  <a:srgbClr val="D1D5DB"/>
                </a:solidFill>
              </a:defRPr>
            </a:pPr>
            <a:r>
              <a:t>Critical medical condition tags preventing lethal administration of standard emergency drugs by first responders.</a:t>
            </a:r>
          </a:p>
          <a:p>
            <a:pPr>
              <a:spcBef>
                <a:spcPts val="600"/>
              </a:spcBef>
              <a:defRPr sz="1000" b="1">
                <a:solidFill>
                  <a:srgbClr val="E11D2E"/>
                </a:solidFill>
              </a:defRPr>
            </a:pPr>
            <a:r>
              <a:t>Form Factor: Laser-Engraved Metal NFC Card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BUSINESS &amp;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Sustainable Production &amp; Distribution Strategy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Low manufacturing cost, high societal impact, and self-sustaining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14600" cy="4114800"/>
          </a:xfrm>
          <a:prstGeom prst="rect">
            <a:avLst/>
          </a:prstGeom>
          <a:solidFill>
            <a:srgbClr val="1A1D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NFC Card Production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Low Unit Cost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High-volume PVC/PET NFC Card: ~$0.30 - $0.50 per unit.</a:t>
            </a:r>
            <a:br/>
            <a:r>
              <a:t>• Weatherproof 3M Reflective Decal: ~$0.15 per unit.</a:t>
            </a:r>
            <a:br/>
            <a:r>
              <a:t>• Sold at nominal price ($2 - $3) at partner clinics, pharmacies, and driving license centers.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514600" cy="4114800"/>
          </a:xfrm>
          <a:prstGeom prst="rect">
            <a:avLst/>
          </a:prstGeom>
          <a:solidFill>
            <a:srgbClr val="1A1D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Hospital &amp; School Supply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B2B Institutional Supply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Supplied in bulk to school districts for student IDs.</a:t>
            </a:r>
            <a:br/>
            <a:r>
              <a:t>• Bundled with two-wheeler vehicle delivery at motorcycle dealerships.</a:t>
            </a:r>
            <a:br/>
            <a:r>
              <a:t>• Distributed at hospital discharge for chronic patients.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11680"/>
            <a:ext cx="2514600" cy="411480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Hardware-as-a-Service</a:t>
            </a:r>
          </a:p>
          <a:p>
            <a:pPr>
              <a:spcBef>
                <a:spcPts val="400"/>
              </a:spcBef>
              <a:defRPr sz="1100" b="1">
                <a:solidFill>
                  <a:srgbClr val="E11D2E"/>
                </a:solidFill>
              </a:defRPr>
            </a:pPr>
            <a:r>
              <a:t>Ambulance Fleet Model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Handheld triage terminals leased to private and municipal ambulance services ($25/mo per unit).</a:t>
            </a:r>
            <a:br/>
            <a:r>
              <a:t>• Free doctor desktop software &amp; affordable USB scanner cradles ($35 one-time).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2011680"/>
            <a:ext cx="2514600" cy="4114800"/>
          </a:xfrm>
          <a:prstGeom prst="rect">
            <a:avLst/>
          </a:prstGeom>
          <a:solidFill>
            <a:srgbClr val="1A1D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Value-Added Services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Emergency Platform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Automated SMS/WhatsApp multi-contact dispatch.</a:t>
            </a:r>
            <a:br/>
            <a:r>
              <a:t>• Secure cloud profile syncing and AI prescription safety check.</a:t>
            </a:r>
            <a:br/>
            <a:r>
              <a:t>• Corporate and campus safety subscription packages.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ENGINEERING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Hardware Architecture &amp; IoT Specifications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Component-level breakdown for manufacturing the LifeQR terminal and wearables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solidFill>
            <a:srgbClr val="1A1D24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800" b="1">
                <a:solidFill>
                  <a:srgbClr val="E11D2E"/>
                </a:solidFill>
              </a:defRPr>
            </a:pPr>
            <a:r>
              <a:t>Ambulance Triage Terminal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Core SoC: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ESP32-S3 Dual-Core Xtensa LX7 (240MHz) with hardware cryptographic engine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NFC Reader: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NXP PN532 transceiver supporting ISO14443A/B, MIFARE, and FeliCa (13.56MHz)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Barcode Scanner: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2D CMOS High-Speed Optical Imager with red aiming crosshair and white fill LED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Connectivity: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Quectel EC200U 4G LTE-M module with integrated GNSS GPS/GLONASS positioning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Display &amp; Battery: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3.5-inch High-Brightness Sunlight-Readable LCD; 4000mAh Li-ion (18h field duty)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2011680"/>
            <a:ext cx="5120640" cy="4114800"/>
          </a:xfrm>
          <a:prstGeom prst="rect">
            <a:avLst/>
          </a:prstGeom>
          <a:solidFill>
            <a:srgbClr val="1A1D24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800" b="1">
                <a:solidFill>
                  <a:srgbClr val="E11D2E"/>
                </a:solidFill>
              </a:defRPr>
            </a:pPr>
            <a:r>
              <a:t>Doctor Desktop Scanner Cradle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Interface: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High-speed USB 2.0 Type-C + Bluetooth 5.2 Low Energy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Sensor: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Contactless NFC flat-bed reader + 120fps overhead QR camera sensor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OS Compatibility: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Windows 10/11, macOS, Linux, Android Hospital Workstation plug-and-play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Housing: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   Antimicrobial ABS medical-grade plastic chassis resistant to hospital disinfectants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REAL-WORLD ECOSYSTEM  | 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Phased Commercial &amp; Field Deployment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From hardware prototyping to municipal emergency system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14600" cy="4114800"/>
          </a:xfrm>
          <a:prstGeom prst="rect">
            <a:avLst/>
          </a:prstGeom>
          <a:solidFill>
            <a:srgbClr val="1A1D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1: Prototyping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Months 1-3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Finalize ESP32 + PN532 + 2D scanner PCB design.</a:t>
            </a:r>
            <a:br/>
            <a:r>
              <a:t>• 3D print rugged enclosure.</a:t>
            </a:r>
            <a:br/>
            <a:r>
              <a:t>• Produce initial batch of 500 NFC smart cards &amp; helmet decals.</a:t>
            </a:r>
            <a:br/>
            <a:r>
              <a:t>• Validate firmware with LifeQR cloud API.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011680"/>
            <a:ext cx="2514600" cy="4114800"/>
          </a:xfrm>
          <a:prstGeom prst="rect">
            <a:avLst/>
          </a:prstGeom>
          <a:solidFill>
            <a:srgbClr val="1A1D24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2: EMS Pilot</a:t>
            </a:r>
          </a:p>
          <a:p>
            <a:pPr>
              <a:spcBef>
                <a:spcPts val="400"/>
              </a:spcBef>
              <a:defRPr sz="1100" b="1">
                <a:solidFill>
                  <a:srgbClr val="E11D2E"/>
                </a:solidFill>
              </a:defRPr>
            </a:pPr>
            <a:r>
              <a:t>Months 4-6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Field pilot with 20 municipal ambulance units.</a:t>
            </a:r>
            <a:br/>
            <a:r>
              <a:t>• Deploy 5 doctor desktop cradles in Level-1 Trauma ER.</a:t>
            </a:r>
            <a:br/>
            <a:r>
              <a:t>• Real-world crash response testing &amp; paramedic UX tuning.</a:t>
            </a:r>
            <a:br/>
            <a:r>
              <a:t>• Establish average triage latency benchmark (&lt; 5 sec).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011680"/>
            <a:ext cx="2514600" cy="4114800"/>
          </a:xfrm>
          <a:prstGeom prst="rect">
            <a:avLst/>
          </a:prstGeom>
          <a:solidFill>
            <a:srgbClr val="1A1D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3: Community Rollout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Months 7-10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Partner with motorcycle riding clubs for helmet decal distribution.</a:t>
            </a:r>
            <a:br/>
            <a:r>
              <a:t>• School district safety tag program for 10,000 students.</a:t>
            </a:r>
            <a:br/>
            <a:r>
              <a:t>• Partner with private hospital networks for patient onboarding.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2011680"/>
            <a:ext cx="2514600" cy="4114800"/>
          </a:xfrm>
          <a:prstGeom prst="rect">
            <a:avLst/>
          </a:prstGeom>
          <a:solidFill>
            <a:srgbClr val="1A1D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Phase 4: Scale &amp; Gov Integration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Months 11+</a:t>
            </a:r>
          </a:p>
          <a:p>
            <a:pPr>
              <a:spcBef>
                <a:spcPts val="1200"/>
              </a:spcBef>
              <a:defRPr sz="1100">
                <a:solidFill>
                  <a:srgbClr val="D1D5DB"/>
                </a:solidFill>
              </a:defRPr>
            </a:pPr>
            <a:r>
              <a:t>• Integrate with national emergency dispatch hotlines (911 / 112 / 108).</a:t>
            </a:r>
            <a:br/>
            <a:r>
              <a:t>• Commercial mass manufacturing of triage hardware.</a:t>
            </a:r>
            <a:br/>
            <a:r>
              <a:t>• Expansion into statewide highway emergency networks.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1A1D24"/>
          </a:solidFill>
          <a:ln w="2540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WHEN SECONDS COUNT, LIFEQR SAVES LIVES.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E11D2E"/>
                </a:solidFill>
              </a:defRPr>
            </a:pPr>
            <a:r>
              <a:t>Bridging Physical Reality and Emergency Healthcare</a:t>
            </a:r>
          </a:p>
          <a:p>
            <a:pPr algn="ctr">
              <a:spcBef>
                <a:spcPts val="2000"/>
              </a:spcBef>
              <a:defRPr sz="1400">
                <a:solidFill>
                  <a:srgbClr val="D1D5DB"/>
                </a:solidFill>
              </a:defRPr>
            </a:pPr>
            <a:r>
              <a:t>By uniting passive hybrid NFC/QR wearables, dedicated ambulance triage terminals,</a:t>
            </a:r>
            <a:br/>
            <a:r>
              <a:t>and real-time hospital notification networks, LifeQR eliminates the deadly 'Golden Hour' data void.</a:t>
            </a:r>
            <a:br/>
            <a:r>
              <a:t>We are ready to build the physical devices, distribute the wearables, and transform accident survival.</a:t>
            </a:r>
          </a:p>
          <a:p>
            <a:pPr algn="ctr">
              <a:spcBef>
                <a:spcPts val="3500"/>
              </a:spcBef>
              <a:defRPr sz="1200" b="1">
                <a:solidFill>
                  <a:srgbClr val="10B981"/>
                </a:solidFill>
              </a:defRPr>
            </a:pPr>
            <a:r>
              <a:t>CONTACT &amp; PILOT INQUIRIES: info@lifeqr.org  •  LIFEQR HARDWARE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