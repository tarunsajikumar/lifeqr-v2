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" cy="4754880"/>
          </a:xfrm>
          <a:prstGeom prst="rect">
            <a:avLst/>
          </a:prstGeom>
          <a:solidFill>
            <a:srgbClr val="E1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0058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LIFEQR: REAL-WORLD CONNECTED EMERGENCY ECOSYSTEM</a:t>
            </a:r>
          </a:p>
          <a:p>
            <a:pPr>
              <a:spcBef>
                <a:spcPts val="800"/>
              </a:spcBef>
              <a:defRPr sz="1700">
                <a:solidFill>
                  <a:srgbClr val="E11D2E"/>
                </a:solidFill>
              </a:defRPr>
            </a:pPr>
            <a:r>
              <a:t>Saving Lives as Quick as Possible: Unified Patient, Paramedic, and Hospital Doctor Network</a:t>
            </a:r>
          </a:p>
          <a:p>
            <a:pPr>
              <a:spcBef>
                <a:spcPts val="1800"/>
              </a:spcBef>
              <a:defRPr sz="1250">
                <a:solidFill>
                  <a:srgbClr val="D1D5DB"/>
                </a:solidFill>
              </a:defRPr>
            </a:pPr>
            <a:r>
              <a:t>An end-to-end physical-to-digital lifesaver:</a:t>
            </a:r>
            <a:br/>
            <a:r>
              <a:t>• Patient: 1-Tap SOS, Universal Medical Passport (Gov &amp; Private), Hybrid NFC/QR Smart Card</a:t>
            </a:r>
            <a:br/>
            <a:r>
              <a:t>• Paramedic Crew: Tactical Handheld Terminal, Unrecognizable Biker Triage, Offline Vitals Decryption</a:t>
            </a:r>
            <a:br/>
            <a:r>
              <a:t>• Hospital &amp; Doctor: Advance Arrival Telemetry, Receptionist Validation, Desktop Cradle &amp; Doctor Transfers</a:t>
            </a:r>
          </a:p>
          <a:p>
            <a:pPr>
              <a:spcBef>
                <a:spcPts val="4000"/>
              </a:spcBef>
              <a:defRPr sz="1050" b="1">
                <a:solidFill>
                  <a:srgbClr val="9CA3AF"/>
                </a:solidFill>
              </a:defRPr>
            </a:pPr>
            <a:r>
              <a:t>EXECUTIVE PITCH  •  FULL-STACK PROCESS ARCHITECTURE  •  HARDWARE SPECIFICATIONS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CORE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Real-World Crisis: The Golden Hour Dilemma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Why speed is the single deciding factor between survival and preventable death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CRITICAL WINDOW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The 'Golden Hour' Reality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Trauma mortality spikes by over 300% if surgical resuscitation is delayed beyond the initial 60 minutes after severe impact.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PATIENT VOID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70% Unconscious Victims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Accident victims, seizing students, or stroke patients cannot speak, communicate allergies, or unlock their phones.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BIKER DANGER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Unrecognizable Biker Accidents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High-speed highway crashes leave riders unconscious with heavy gear on; removing helmets risks fatal spinal severance.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HOSPITAL DELAY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Disconnected ER Desks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Ambulances rush to clinics only to discover no open trauma bay or on-duty surgeon is ready, wasting vital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3 Stakeholder Roles in LifeQR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Empowering patients, paramedics, and doctors in a continuous lifesaver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290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1. CITIZEN &amp; PATIENT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Universal Medical Passport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1-Tap SOS sends precise GPS to nearby ambulances.</a:t>
            </a:r>
            <a:br/>
            <a:r>
              <a:t>• Hybrid NFC/QR card carried in wallet.</a:t>
            </a:r>
            <a:br/>
            <a:r>
              <a:t>• Helmet decals for riders; bag tags for children.</a:t>
            </a:r>
            <a:br/>
            <a:r>
              <a:t>• Accepted across any Government or Private hospital with zero clinical confusion.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828800"/>
            <a:ext cx="34290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100" b="1">
                <a:solidFill>
                  <a:srgbClr val="E11D2E"/>
                </a:solidFill>
              </a:defRPr>
            </a:pPr>
            <a:r>
              <a:t>2. PARAMEDIC &amp; AMBULANCE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Tactical Triage Crew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Rugged handheld device for driver &amp; nurse.</a:t>
            </a:r>
            <a:br/>
            <a:r>
              <a:t>• Instant 0.2s dual NFC/QR scan of unconscious victims.</a:t>
            </a:r>
            <a:br/>
            <a:r>
              <a:t>• Offline on-card EEPROM decryption of blood group &amp; allergies.</a:t>
            </a:r>
            <a:br/>
            <a:r>
              <a:t>• Live GPS hospital detection &amp; en route reception validation.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0" y="1828800"/>
            <a:ext cx="34290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3. DOCTOR &amp; HOSPITAL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Clinical Reception &amp; Care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Desktop USB/BLE scanner cradle for 1-tap intake.</a:t>
            </a:r>
            <a:br/>
            <a:r>
              <a:t>• Advance notification desk: validates doctor availability.</a:t>
            </a:r>
            <a:br/>
            <a:r>
              <a:t>• Trauma Bay 1 lockout &amp; blood bank staging.</a:t>
            </a:r>
            <a:br/>
            <a:r>
              <a:t>• Seamless doctor-to-doctor transfer and referral channel.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Full-Stack Connected Emergency Ecosystem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The physical-to-cloud infrastructure uniting citizen, responder, and trauma center</a:t>
            </a:r>
          </a:p>
        </p:txBody>
      </p:sp>
      <p:pic>
        <p:nvPicPr>
          <p:cNvPr id="5" name="Picture 4" descr="lifeqr_system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583680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691640"/>
            <a:ext cx="3931920" cy="4663440"/>
          </a:xfrm>
          <a:prstGeom prst="rect">
            <a:avLst/>
          </a:prstGeom>
          <a:solidFill>
            <a:srgbClr val="141821"/>
          </a:solidFill>
          <a:ln>
            <a:solidFill>
              <a:srgbClr val="2D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 4-TIER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■ Tier 1: Citizen Physical Edge</a:t>
            </a:r>
          </a:p>
          <a:p>
            <a:pPr>
              <a:spcBef>
                <a:spcPts val="200"/>
              </a:spcBef>
              <a:defRPr sz="1000">
                <a:solidFill>
                  <a:srgbClr val="D1D5DB"/>
                </a:solidFill>
              </a:defRPr>
            </a:pPr>
            <a:r>
              <a:t>NTAG 424 DNA smart cards, 3M helmet decals, and IMU crash beacons. Zero battery, permanent passive operation.</a:t>
            </a:r>
          </a:p>
          <a:p>
            <a:pPr>
              <a:spcBef>
                <a:spcPts val="800"/>
              </a:spcBef>
              <a:defRPr sz="1100" b="1">
                <a:solidFill>
                  <a:srgbClr val="E11D2E"/>
                </a:solidFill>
              </a:defRPr>
            </a:pPr>
            <a:r>
              <a:t>■ Tier 2: Tactical Responder Gateway</a:t>
            </a:r>
          </a:p>
          <a:p>
            <a:pPr>
              <a:spcBef>
                <a:spcPts val="200"/>
              </a:spcBef>
              <a:defRPr sz="1000">
                <a:solidFill>
                  <a:srgbClr val="D1D5DB"/>
                </a:solidFill>
              </a:defRPr>
            </a:pPr>
            <a:r>
              <a:t>Rugged ambulance terminal with dual NFC/2D optical engine, offline SQLite cache, 4G LTE-M &amp; satellite fallback.</a:t>
            </a:r>
          </a:p>
          <a:p>
            <a:pPr>
              <a:spcBef>
                <a:spcPts val="800"/>
              </a:spcBef>
              <a:defRPr sz="1100" b="1">
                <a:solidFill>
                  <a:srgbClr val="0EA5E9"/>
                </a:solidFill>
              </a:defRPr>
            </a:pPr>
            <a:r>
              <a:t>■ Tier 3: Cloud &amp; Dispatch Core</a:t>
            </a:r>
          </a:p>
          <a:p>
            <a:pPr>
              <a:spcBef>
                <a:spcPts val="200"/>
              </a:spcBef>
              <a:defRPr sz="1000">
                <a:solidFill>
                  <a:srgbClr val="D1D5DB"/>
                </a:solidFill>
              </a:defRPr>
            </a:pPr>
            <a:r>
              <a:t>Microservices event bus (Socket.IO/Kafka), PostGIS spatial proximity routing, zero-knowledge AES-256 GCM vault.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■ Tier 4: Clinical Hospital ER</a:t>
            </a:r>
          </a:p>
          <a:p>
            <a:pPr>
              <a:spcBef>
                <a:spcPts val="200"/>
              </a:spcBef>
              <a:defRPr sz="1000">
                <a:solidFill>
                  <a:srgbClr val="D1D5DB"/>
                </a:solidFill>
              </a:defRPr>
            </a:pPr>
            <a:r>
              <a:t>HL7/FHIR v4 EHR interoperability, doctor desktop USB cradle, and live incoming trauma bay reservation radar.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PROCESS ARCHITECTURE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Patient &amp; Citizen Lifecycle Blueprint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Registration, NTAG 424 DNA chip encoding, laser QR printing, and zero-knowledge encryption</a:t>
            </a:r>
          </a:p>
        </p:txBody>
      </p:sp>
      <p:pic>
        <p:nvPicPr>
          <p:cNvPr id="5" name="Picture 4" descr="patient_process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498079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691640"/>
            <a:ext cx="3017520" cy="466344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PROCESS 1 HIGHLIGHTS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Step 1: Intake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Blood group, allergies, chronic ailments, and primary ICE contacts recorded.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Step 2: NTAG 424 DNA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Card issuance encoder writes rolling AES-128 SUN keys to prevent counterfeiting.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Step 3: Wearables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Wallet card, helmet decal, and student backpack tag deployed.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Step 4: Vault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Data secured via AES-256 GCM client-side encryption.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UNIVERSAL PASSPORT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Universal Hospital Medical Passport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One physical identity card working seamlessly across any government or private clinic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SEAMLESS MOBILITY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Zero Hospital Walled Gardens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Patients visit free public/government hospitals, private specialist centers, or urgent care clinics with identical zero-friction access.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ELIMINATING CONFUSION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Instant Historical Medical Pre-View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Doctors instantly view past surgery notes, chronic diseases, previous lab scans, and lifestyle alerts, eliminating diagnostic confusion.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SAVING EXPENSE &amp; TIME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Zero Redundant Tests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Prevents duplicate blood panels, redundant X-rays, or unnecessary MRI delays, dramatically reducing healthcare costs and treatment delays.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PRIVACY BY DESIGN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Patient-Controlled Consent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Patient decides what data is shared; emergency profile is public, while full clinical consultation charts require patient authentication.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PHYSICAL WEARABLES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Wearables &amp; Everyday Life Protection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Protecting motorcyclists, school students, seniors, and everyday citizens</a:t>
            </a:r>
          </a:p>
        </p:txBody>
      </p:sp>
      <p:pic>
        <p:nvPicPr>
          <p:cNvPr id="5" name="Picture 4" descr="nfc_card_wearab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0350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737360"/>
            <a:ext cx="4480560" cy="448056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PHYSICAL FORM FACTORS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Wallet Smart Medical Card</a:t>
            </a:r>
          </a:p>
          <a:p>
            <a:pPr>
              <a:spcBef>
                <a:spcPts val="200"/>
              </a:spcBef>
              <a:defRPr sz="1000">
                <a:solidFill>
                  <a:srgbClr val="D1D5DB"/>
                </a:solidFill>
              </a:defRPr>
            </a:pPr>
            <a:r>
              <a:t>Waterproof composite PVC card with NTAG 424 DNA NFC chip + high-contrast laser QR code. Carried by everyday adults and commuters.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Motorcycle Helmet Crash Decal</a:t>
            </a:r>
          </a:p>
          <a:p>
            <a:pPr>
              <a:spcBef>
                <a:spcPts val="200"/>
              </a:spcBef>
              <a:defRPr sz="1000">
                <a:solidFill>
                  <a:srgbClr val="D1D5DB"/>
                </a:solidFill>
              </a:defRPr>
            </a:pPr>
            <a:r>
              <a:t>3M retroreflective vinyl sticker placed on rider helmets so bystanders or EMS can scan without removing helmets after spinal trauma.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School &amp; Student Bag Tags</a:t>
            </a:r>
          </a:p>
          <a:p>
            <a:pPr>
              <a:spcBef>
                <a:spcPts val="200"/>
              </a:spcBef>
              <a:defRPr sz="1000">
                <a:solidFill>
                  <a:srgbClr val="D1D5DB"/>
                </a:solidFill>
              </a:defRPr>
            </a:pPr>
            <a:r>
              <a:t>Clip-on tag for school backpacks protecting children with epilepsy, asthma, diabetes, or nut allergies. Teachers scan in 1.8s if a child collapses.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Bystander 1-Tap Phone Access</a:t>
            </a:r>
          </a:p>
          <a:p>
            <a:pPr>
              <a:spcBef>
                <a:spcPts val="200"/>
              </a:spcBef>
              <a:defRPr sz="1000">
                <a:solidFill>
                  <a:srgbClr val="D1D5DB"/>
                </a:solidFill>
              </a:defRPr>
            </a:pPr>
            <a:r>
              <a:t>Any passerby taps with their phone $_x000D_ightarrow$ sees critical blood type and immediately clicks 'Call Family Contact (ICE)' with zero app install.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EMERGENCY 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Patient 1-Tap SOS &amp; Ambulance Proximity Dispatch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Instant automated dispatch broadcasting exact coordinates to on-duty ambulances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STEP 01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1. 1-Tap SOS Trigger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Patient or bystander clicks SOS on web app or scans NFC card. High-precision GPS coordinates locked in &lt; 1 second.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STEP 02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2. Cloud Dispatch Engine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LifeQR cluster queries on-duty ambulance units within a 15 km radius via WebSocket Socket.IO room `crew:all`.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STEP 03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3. Ambulance Terminal Alert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Nearby ambulance driver's tactical device chimes loudly; screen displays live navigation route and victim triage level.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STEP 04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4. Automated ICE SMS Broadcast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Emergency contacts (spouses, parents) receive automated SMS with live tracking link and ambulance call 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PROCESS ARCHITECTURE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Highway Motorcycle Accident Triage Blueprint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IMU crash detection, paramedic tactical dual-scan, offline EEPROM decode &amp; GPS dispatch</a:t>
            </a:r>
          </a:p>
        </p:txBody>
      </p:sp>
      <p:pic>
        <p:nvPicPr>
          <p:cNvPr id="5" name="Picture 4" descr="accident_process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498079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691640"/>
            <a:ext cx="3017520" cy="466344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E11D2E"/>
                </a:solidFill>
              </a:defRPr>
            </a:pPr>
            <a:r>
              <a:t>PROCESS 2 HIGHLIGHTS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1. Motorcycle Crash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IoT IMU sensor beacon detects &gt;15G impact, broadcasting automated BLE emergency beacon.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2. Paramedic Arrives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Arrives with rugged tactical handheld terminal; no personal smartphone delays.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3. Instant 0.2s Scan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Scans helmet QR decal or taps wallet NFC card; decrypts O+ blood and allergy offline.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4. GPS CAD Dispatch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Auto-identifies nearest Level-1 trauma center &amp; transmits live vitals en route.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BIKER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Triage of Unrecognizable &amp; Unconscious Bikers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Overcoming face-obscuring helmets, shock, and missing physical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The Helmet Removal Risk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Removing a full-face motorcycle helmet on an unconscious rider with cervical spine trauma can cause permanent paralysis or death. LifeQR helmet QR decal allows full triage scanning from the outside.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Unrecognizable Facial Identity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Severe facial polytrauma makes biometric face unlock impossible. The NFC chip embedded in wallet or jacket sleeve resolves patient identity in 200 milliseconds.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Critical Contraindication Warnings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Instantly flags lethal contraindications (e.g. administering standard anticoagulants to a hemophiliac or penicillin to an anaphylactic victim).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Paramedic Nurse Medication Lookup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The ambulance nurse accesses the victim's verified daily medications in one touch, preventing fatal drug interactions during roadside resuscitation.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PARAMEDIC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Ambulance Tactical Triage Terminal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Dedicated field device engineered for ambulance drivers and paramedic nurses</a:t>
            </a:r>
          </a:p>
        </p:txBody>
      </p:sp>
      <p:pic>
        <p:nvPicPr>
          <p:cNvPr id="5" name="Picture 4" descr="ambulance_triage_de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0350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737360"/>
            <a:ext cx="4480560" cy="448056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E11D2E"/>
                </a:solidFill>
              </a:defRPr>
            </a:pPr>
            <a:r>
              <a:t>TACTICAL FIELD ENGINE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Dual Sensor Engine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Top NFC RF halo + 60fps 2D CMOS barcode optical scanner reads cards, tags, and helmet stickers through rain or grime in &lt; 0.2s.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Immediate Triage HUD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Instantly projects Blood Group, Lethal Allergies, Current Medications, and Emergency Contacts on 800-nit high-contrast screen.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Automated Hospital Detection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Integrated GNSS GPS queries hospital network, calculates traffic-adjusted ETA, and validates ER availability en route.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1-Touch ER Vitals Stream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Nurse enters pulse, SpO2, and blood pressure with 1 touch, transmitting live vitals straight to the receiving trauma bay.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Rugged Industrial Design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IP68 dust/waterproof, drop-resistant rubber bumper casing for harsh accident environments.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HARDWARE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Tactical Triage Terminal: Exploded Architecture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Layer-by-layer industrial assembly design for ambulance field reliability</a:t>
            </a:r>
          </a:p>
        </p:txBody>
      </p:sp>
      <p:pic>
        <p:nvPicPr>
          <p:cNvPr id="5" name="Picture 4" descr="hardware_exploded_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498079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691640"/>
            <a:ext cx="3017520" cy="466344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ENGINEERING BOM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</a:defRPr>
            </a:pPr>
            <a:r>
              <a:t>• [1] Armored Bezel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High-impact composite protecting against face-down asphalt drops.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</a:defRPr>
            </a:pPr>
            <a:r>
              <a:t>• [2] Gorilla Glass 5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Optical-bonded 800-nit sunlight-readable IPS LCD.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</a:defRPr>
            </a:pPr>
            <a:r>
              <a:t>• [3] Planar NFC Coil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Tuned 13.56 MHz loop antenna for omnidirectional tap.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</a:defRPr>
            </a:pPr>
            <a:r>
              <a:t>• [4] 2D CMOS Engine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Newland optical imager reading scratched QR codes.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</a:defRPr>
            </a:pPr>
            <a:r>
              <a:t>• [5] Multi-Layer PCB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ESP32-S3 SoC, Quectel 4G LTE-M, GNSS GPS, ATECC608B.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</a:defRPr>
            </a:pPr>
            <a:r>
              <a:t>• [6] IP68 Chassis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TPU rubber bumpers resisting hospital decontamination wipes.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EDGE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Offline-First Operation &amp; Satellite Fallback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Solving the highway dead zone: 100% triage uptime with zero cellular connectivity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REALITY OF CRASH SITES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The Remote Highway Dead Zone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Severe crashes often occur in rural mountain roads or tunnel corridors with 0% cellular signal. Cloud-only architectures fail catastrophically in these moments.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ON-CARD EDGE VAULT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Encrypted On-Card EEPROM Payload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512 bytes of critical data (Blood Group, Top 3 Lethal Allergies, ICE Phone, Chronic Illness) stored directly inside the card's chip memory. Decrypted locally in &lt; 0.1s with 0 internet.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LOCAL INTELLIGENCE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Terminal Local SQLite Cache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Ambulance terminal maintains an onboard encrypted local database of regional emergency protocols, drug interactions, and hospital directories updated daily via Wi-Fi.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SATELLITE REDUNDANCY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Satellite &amp; LoRa Mesh SOS Fallback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When cellular fails, the terminal automatically falls back to LoRa emergency mesh or direct satellite burst (Iridium / Starlink Direct-to-Cell) to alert emergency dispatch.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PROCESS ARCHITECTURE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Hospital &amp; Clinical ER Resuscitation Blueprint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In-transit telemetry, automated trauma bay reservation, doctor desktop cradle &amp; FHIR sync</a:t>
            </a:r>
          </a:p>
        </p:txBody>
      </p:sp>
      <p:pic>
        <p:nvPicPr>
          <p:cNvPr id="5" name="Picture 4" descr="hospital_process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498079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691640"/>
            <a:ext cx="3017520" cy="466344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PROCESS 3 HIGHLIGHTS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1. In-Transit Vitals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ER monitor receives live countdown (ETA 07:12) and vitals (HR 134, SpO2 89%, BP 95/58).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2. Bay 1 &amp; Blood Staged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Trauma Bay 1 locked; blood bank thaws matched O-negative units before siren arrives.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3. Doctor Desktop Cradle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Doctor taps card on USB/BLE scanner cradle; profile populates with zero manual typing.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4. FHIR &amp; AI Safety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Auto-syncs into Epic/Cerner EHR; flags penicillin allergy and generates SOAP chart.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RECEPTION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Hospital Pre-Notification &amp; Reception Validation Flow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Confirming doctor availability and clinical capacity before ambulance arrival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STAGE 01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1. Automated Hospital Siren Alert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When ambulance locks destination, the hospital reception desk and ER triage nurse receive a flashing siren alert with victim summary.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STAGE 02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2. Doctor Availability Validation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Receptionist / ER Charge Nurse verifies specialized doctor availability (neurosurgeon, orthopedic trauma, cardiac surgeon on-duty).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STAGE 03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3. Capacity Validation &amp; Acceptance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System verifies available ICU bed and Trauma Bay 1 readiness; transmits an authenticated confirmation token back to the ambulance.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STAGE 04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4. Dynamic Diversion if at Capacity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If ER is at max capacity (divert status), the system instantly alerts the paramedic and re-routes ambulance to the next nearest trauma center.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TRAUMA RESUSCITATION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Trauma Bay 1 Lockout &amp; Advance Blood Staging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Zero-delay surgical handover prepared 7 minutes before the ambulance wheels stop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Trauma Bay Lockout (ETA -7m)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Trauma Bay 1 is electronically locked on the hospital central board. Ventilator circuit, chest tube tray, and ultrasound FAST machine pre-staged at bedside.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Blood Bank Staging (ETA -5m)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Automated reservation signal triggers the hospital blood bank refrigerator to thaw 2 units of uncrossed O-negative PRBCs and 2 units of FFP. Ready at bay bedside.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Trauma Team Summoned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On-call trauma surgeon, anesthesiologist, respiratory therapist, and surgical techs alerted via priority pager with ETA countdown.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Immediate Dock Handover (ETA 0m)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Ambulance backs into trauma bay; victim wheeled straight onto Bay 1 resuscitation gurney. Zero check-in registration delay. Resuscitation begins instantly.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DOCTOR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Doctor Desktop Scanner &amp; Zero-Typing Consultation Flow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Eliminating transcription errors, medication mix-ups, and consultation paperwork delays</a:t>
            </a:r>
          </a:p>
        </p:txBody>
      </p:sp>
      <p:pic>
        <p:nvPicPr>
          <p:cNvPr id="5" name="Picture 4" descr="doctor_desktop_sc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0350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737360"/>
            <a:ext cx="4480560" cy="448056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PHYSICIAN DESK WORKFLOW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Plug-and-Play USB HID/CCID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Scanner cradle connects via USB Type-C to doctor's PC. Functions driverless as a smart card reader and keyboard wedge.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1-Tap Patient Record Ingestion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Doctor simply taps the patient's card or scans QR code $_x000D_ightarrow$ complete clinical profile, past surgeries, and active prescriptions populate with zero manual typing.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AI Clinical Safety Copilot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Integrated AI cross-references newly prescribed medication against allergies and current drugs, instantly flagging lethal drug interactions.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Automated SOAP Note Generation</a:t>
            </a:r>
          </a:p>
          <a:p>
            <a:pPr>
              <a:spcBef>
                <a:spcPts val="200"/>
              </a:spcBef>
              <a:defRPr sz="950">
                <a:solidFill>
                  <a:srgbClr val="D1D5DB"/>
                </a:solidFill>
              </a:defRPr>
            </a:pPr>
            <a:r>
              <a:t>Generates compliant Subjective, Objective, Assessment, Plan (SOAP) clinical encounter documentation ready for physician signature.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DOCTOR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Doctor-to-Doctor Transfer &amp; Specialist Referral Network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Connecting physicians across departments and hospitals with verified handover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STEP 01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1. In-App Patient Transfer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Attending physician selects 'Refer / Transfer Patient' on the LifeQR Clinical Dashboard, choosing a specialized department or higher-level surgeon.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STEP 02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2. Clinical Handover Dossier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System bundles active vitals, diagnostic notes, imaging reports, and current medication list into a secure cryptographic transfer token.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STEP 03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3. Receiving Specialist Notification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Receiving surgeon receives an encrypted notification. Tapping patient's card or accepting the token imports the complete clinical history without re-interviewing the patient.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04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4. Inter-Doctor Chat &amp; Tele-Consult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Built-in encrypted physician-to-physician communication channel allows real-time consults, surgical second opinions, and ICU transfer coordination.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2E"/>
                </a:solidFill>
              </a:defRPr>
            </a:pPr>
            <a:r>
              <a:t>●  LIFEQR MASTER ECOSYSTEM  |  SECURITY &amp; 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HL7/FHIR v4 Interoperability &amp; Zero-Trust Security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Universal hospital connectivity with HIPAA-compliant cryptographic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Standardized FHIR v4 Gateway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Natively maps clinical data to standard HL7 FHIR resources (`Patient`, `AllergyIntolerance`, `Condition`, `Encounter`), immediately readable by Epic, Cerner, and OpenEMR without custom coding.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Role-Based Dynamic Masking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• Tier A (Public Bystander): Blood group, ICE phone numbers, anaphylaxis warning.</a:t>
            </a:r>
            <a:br/>
            <a:r>
              <a:t>• Tier B (Paramedic on Scene): Active medications, chronic conditions, emergency directives.</a:t>
            </a:r>
            <a:br/>
            <a:r>
              <a:t>• Tier C (Doctor / ER): Complete clinical records, surgeries, lab tests.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Zero-Knowledge Vault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Patient medical data is encrypted client-side using AES-256 GCM. Master keys are protected in hardware security modules (HSM) with zero plain-text leaks.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Cryptographic Audit Trail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Every tap, scan, and clinical handover is cryptographically signed, timestamped, and geotagged. Immutable audit logs recorded in full compliance with HIPAA Section 164.312.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05840"/>
            <a:ext cx="9445752" cy="4846320"/>
          </a:xfrm>
          <a:prstGeom prst="rect">
            <a:avLst/>
          </a:prstGeom>
          <a:solidFill>
            <a:srgbClr val="141821"/>
          </a:solidFill>
          <a:ln w="2540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 rIns="5486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WHEN SECONDS COUNT, LIFEQR SAVES LIVES.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E11D2E"/>
                </a:solidFill>
              </a:defRPr>
            </a:pPr>
            <a:r>
              <a:t>A Complete, Synchronized, Real-World Emergency Medical Network</a:t>
            </a:r>
          </a:p>
          <a:p>
            <a:pPr algn="ctr">
              <a:spcBef>
                <a:spcPts val="1800"/>
              </a:spcBef>
              <a:defRPr sz="1300">
                <a:solidFill>
                  <a:srgbClr val="D1D5DB"/>
                </a:solidFill>
              </a:defRPr>
            </a:pPr>
            <a:r>
              <a:t>By uniting passive hybrid NFC/QR wearables, dedicated ambulance triage terminals,</a:t>
            </a:r>
            <a:br/>
            <a:r>
              <a:t>universal hospital medical passports (Gov &amp; Private), doctor desktop scanner cradles,</a:t>
            </a:r>
            <a:br/>
            <a:r>
              <a:t>and automated ER pre-notification, LifeQR turns preventable tragedies into survivable emergencies.</a:t>
            </a:r>
            <a:br/>
            <a:r>
              <a:t>We are ready to build the physical devices, distribute the wearables, and transform emergency healthcare.</a:t>
            </a:r>
          </a:p>
          <a:p>
            <a:pPr algn="ctr">
              <a:spcBef>
                <a:spcPts val="2600"/>
              </a:spcBef>
              <a:defRPr sz="1200" b="1">
                <a:solidFill>
                  <a:srgbClr val="10B981"/>
                </a:solidFill>
              </a:defRPr>
            </a:pPr>
            <a:r>
              <a:t>READY FOR HARDWARE FABRICATION &amp; MUNICIPAL EMS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